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QAGRedo — per-slot flow + hybrid grading (editable)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536192"/>
            <a:ext cx="932688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Source</a:t>
            </a:r>
            <a:br/>
            <a:r>
              <a:t>document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62456" y="1536192"/>
            <a:ext cx="932688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Generate initial</a:t>
            </a:r>
            <a:br/>
            <a:r>
              <a:t>questions (N)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2304" y="1536192"/>
            <a:ext cx="932688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Question for</a:t>
            </a:r>
            <a:br/>
            <a:r>
              <a:t>this slot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2152" y="1536192"/>
            <a:ext cx="932688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Answer step</a:t>
            </a:r>
            <a:br/>
            <a:r>
              <a:t>(≤3 attempts)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536192"/>
            <a:ext cx="932688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Keyword</a:t>
            </a:r>
            <a:br/>
            <a:r>
              <a:t>(optional)</a:t>
            </a:r>
            <a:br/>
            <a:r>
              <a:t>or LLM judge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578608"/>
            <a:ext cx="932688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LLM judge</a:t>
            </a:r>
            <a:br/>
            <a:r>
              <a:t>(Qwen, :7101)</a:t>
            </a:r>
            <a:br/>
            <a:r>
              <a:t>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41848" y="1536192"/>
            <a:ext cx="932688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Verdict</a:t>
            </a:r>
            <a:br/>
            <a:r>
              <a:t>(ground + conf)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11696" y="1536192"/>
            <a:ext cx="896112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Pass</a:t>
            </a:r>
            <a:br/>
            <a:r>
              <a:t>(keep pair)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81544" y="1536192"/>
            <a:ext cx="987552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Save</a:t>
            </a:r>
            <a:br/>
            <a:r>
              <a:t>N pairs +</a:t>
            </a:r>
            <a:br/>
            <a:r>
              <a:t>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0136" y="3127248"/>
            <a:ext cx="1170432" cy="8046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Fail:</a:t>
            </a:r>
            <a:br/>
            <a:r>
              <a:t>regenerate 1 question</a:t>
            </a:r>
            <a:br/>
            <a:r>
              <a:t>(same slot)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25296" y="1892808"/>
            <a:ext cx="137160" cy="0"/>
          </a:xfrm>
          <a:prstGeom prst="line">
            <a:avLst/>
          </a:prstGeom>
          <a:ln w="158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95144" y="1892808"/>
            <a:ext cx="137160" cy="0"/>
          </a:xfrm>
          <a:prstGeom prst="line">
            <a:avLst/>
          </a:prstGeom>
          <a:ln w="158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64992" y="1892808"/>
            <a:ext cx="137160" cy="0"/>
          </a:xfrm>
          <a:prstGeom prst="line">
            <a:avLst/>
          </a:prstGeom>
          <a:ln w="158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34840" y="1892808"/>
            <a:ext cx="137160" cy="0"/>
          </a:xfrm>
          <a:prstGeom prst="line">
            <a:avLst/>
          </a:prstGeom>
          <a:ln w="158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04688" y="1892808"/>
            <a:ext cx="137160" cy="0"/>
          </a:xfrm>
          <a:prstGeom prst="line">
            <a:avLst/>
          </a:prstGeom>
          <a:ln w="15875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16068" y="17785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clear / high conf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38344" y="2249424"/>
            <a:ext cx="0" cy="329184"/>
          </a:xfrm>
          <a:prstGeom prst="line">
            <a:avLst/>
          </a:prstGeom>
          <a:ln w="158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81144" y="229971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low conf / ungrounded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5504688" y="1892808"/>
            <a:ext cx="137160" cy="1042416"/>
          </a:xfrm>
          <a:prstGeom prst="line">
            <a:avLst/>
          </a:prstGeom>
          <a:ln w="158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74536" y="1892808"/>
            <a:ext cx="137160" cy="0"/>
          </a:xfrm>
          <a:prstGeom prst="line">
            <a:avLst/>
          </a:prstGeom>
          <a:ln w="158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85916" y="17785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pass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07808" y="1892808"/>
            <a:ext cx="173736" cy="0"/>
          </a:xfrm>
          <a:prstGeom prst="line">
            <a:avLst/>
          </a:prstGeom>
          <a:ln w="15875">
            <a:solidFill>
              <a:srgbClr val="4755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37476" y="177850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all slots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08192" y="2249424"/>
            <a:ext cx="137160" cy="877824"/>
          </a:xfrm>
          <a:prstGeom prst="line">
            <a:avLst/>
          </a:prstGeom>
          <a:ln w="158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19572" y="257403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fail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3968496" y="2249424"/>
            <a:ext cx="1691640" cy="1280160"/>
          </a:xfrm>
          <a:prstGeom prst="curvedConnector3">
            <a:avLst/>
          </a:prstGeom>
          <a:ln w="2222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514600" y="269748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475569"/>
                </a:solidFill>
                <a:latin typeface="Calibri"/>
              </a:defRPr>
            </a:pPr>
            <a:r>
              <a:t>new Q → answer again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" y="5943600"/>
            <a:ext cx="11567160" cy="7132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Source: run_qa_pipeline.py; grading via check_hallucination(method='hybrid') — LLM judge only; then max_answer_attempts and generate_questions(num_questions=1) on fail.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