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128"/>
                </a:solidFill>
                <a:latin typeface="Calibri"/>
              </a:defRPr>
            </a:pPr>
            <a:r>
              <a:t>QAGRedo — management view (simplified)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F69"/>
                </a:solidFill>
                <a:latin typeface="Calibri"/>
              </a:defRPr>
            </a:pPr>
            <a:r>
              <a:t>Per document: AI first drafts a list of questions, then answers each one. Quality check can trigger a replacement question for a slot (not only a new answer). Then structured JSON out. Two AI services + pipeline (typical offline layout).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65960"/>
            <a:ext cx="148132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128"/>
                </a:solidFill>
                <a:latin typeface="Calibri"/>
              </a:defRPr>
            </a:pPr>
            <a:r>
              <a:t>Documents</a:t>
            </a:r>
            <a:br/>
            <a:r>
              <a:t>(JSON / JSONL)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2536" y="1965960"/>
            <a:ext cx="148132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128"/>
                </a:solidFill>
                <a:latin typeface="Calibri"/>
              </a:defRPr>
            </a:pPr>
            <a:r>
              <a:t>Generate</a:t>
            </a:r>
            <a:br/>
            <a:r>
              <a:t>questions</a:t>
            </a:r>
            <a:br/>
            <a:r>
              <a:t>(N per doc)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85032" y="1965960"/>
            <a:ext cx="148132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128"/>
                </a:solidFill>
                <a:latin typeface="Calibri"/>
              </a:defRPr>
            </a:pPr>
            <a:r>
              <a:t>Generate</a:t>
            </a:r>
            <a:br/>
            <a:r>
              <a:t>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7528" y="1965960"/>
            <a:ext cx="148132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128"/>
                </a:solidFill>
                <a:latin typeface="Calibri"/>
              </a:defRPr>
            </a:pPr>
            <a:r>
              <a:t>Quality</a:t>
            </a:r>
            <a:br/>
            <a:r>
              <a:t>check</a:t>
            </a:r>
          </a:p>
        </p:txBody>
      </p:sp>
      <p:sp>
        <p:nvSpPr>
          <p:cNvPr id="8" name="Decision 7"/>
          <p:cNvSpPr/>
          <p:nvPr/>
        </p:nvSpPr>
        <p:spPr>
          <a:xfrm>
            <a:off x="7123176" y="2020824"/>
            <a:ext cx="713232" cy="713232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E2128"/>
                </a:solidFill>
                <a:latin typeface="Calibri"/>
              </a:defRPr>
            </a:pPr>
            <a:r>
              <a:t>OK?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96596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128"/>
                </a:solidFill>
                <a:latin typeface="Calibri"/>
              </a:defRPr>
            </a:pPr>
            <a:r>
              <a:t>Save</a:t>
            </a:r>
            <a:br/>
            <a:r>
              <a:t>analysis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6" y="1965960"/>
            <a:ext cx="1325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E2128"/>
                </a:solidFill>
                <a:latin typeface="Calibri"/>
              </a:defRPr>
            </a:pPr>
            <a:r>
              <a:t>Publish to</a:t>
            </a:r>
            <a:br/>
            <a:r>
              <a:t>GitHub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1368" y="2400300"/>
            <a:ext cx="201168" cy="0"/>
          </a:xfrm>
          <a:prstGeom prst="line">
            <a:avLst/>
          </a:prstGeom>
          <a:ln w="1905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83864" y="2400300"/>
            <a:ext cx="201168" cy="0"/>
          </a:xfrm>
          <a:prstGeom prst="line">
            <a:avLst/>
          </a:prstGeom>
          <a:ln w="1905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66360" y="2400300"/>
            <a:ext cx="201168" cy="0"/>
          </a:xfrm>
          <a:prstGeom prst="line">
            <a:avLst/>
          </a:prstGeom>
          <a:ln w="1905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848856" y="2377440"/>
            <a:ext cx="274320" cy="22860"/>
          </a:xfrm>
          <a:prstGeom prst="line">
            <a:avLst/>
          </a:prstGeom>
          <a:ln w="1905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36408" y="2377440"/>
            <a:ext cx="1033272" cy="22860"/>
          </a:xfrm>
          <a:prstGeom prst="line">
            <a:avLst/>
          </a:prstGeom>
          <a:ln w="1905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53044" y="2298870"/>
            <a:ext cx="800000" cy="180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969DA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87000" y="2400300"/>
            <a:ext cx="356616" cy="0"/>
          </a:xfrm>
          <a:prstGeom prst="line">
            <a:avLst/>
          </a:prstGeom>
          <a:ln w="1905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47872" y="2990088"/>
            <a:ext cx="1874519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E2128"/>
                </a:solidFill>
                <a:latin typeface="Calibri"/>
              </a:defRPr>
            </a:pPr>
            <a:r>
              <a:t>If not OK:</a:t>
            </a:r>
            <a:br/>
            <a:r>
              <a:t>replacement question</a:t>
            </a:r>
            <a:br/>
            <a:r>
              <a:t>(same slot)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485131" y="2734056"/>
            <a:ext cx="2994661" cy="256032"/>
          </a:xfrm>
          <a:prstGeom prst="line">
            <a:avLst/>
          </a:prstGeom>
          <a:ln w="1905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06440" y="306324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969DA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4425696" y="1965960"/>
            <a:ext cx="59435" cy="1682496"/>
          </a:xfrm>
          <a:prstGeom prst="line">
            <a:avLst/>
          </a:prstGeom>
          <a:ln w="19050">
            <a:solidFill>
              <a:srgbClr val="0969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80360" y="269748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969DA"/>
                </a:solidFill>
                <a:latin typeface="Calibri"/>
              </a:defRPr>
            </a:pPr>
            <a:r>
              <a:t>then answer again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886200"/>
            <a:ext cx="11430000" cy="2423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b="1" sz="1600">
                <a:latin typeface="Calibri"/>
              </a:defRPr>
            </a:pPr>
            <a:r>
              <a:t>Talking points</a:t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t>• Questions: AI proposes N questions per document first; each slot is one question answered and checked.</a:t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t>• If weak: replacement question for that slot (then new answer), within configured limits—not only re-answering the same text.</a:t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t>• Output: timestamped folder, one analysis file per document; optional modes for training-friendly extracts.</a:t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t>• Trust: separate checker AI from writer AI; small embedding model for fast similarity.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t>• Detail: see QAGRedo_Software_Engineering_Diagrams.html in /docs.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A64"/>
                </a:solidFill>
              </a:defRPr>
            </a:pPr>
            <a:r>
              <a:t>Regenerate: python3 scripts/utils/build_qagredo_management_overview_pptx.py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