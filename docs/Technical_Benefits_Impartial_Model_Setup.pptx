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8321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F3864"/>
                </a:solidFill>
              </a:defRPr>
            </a:pPr>
            <a:r>
              <a:t>QAGRedo: Technical Benefits and Trade-offs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77240"/>
            <a:ext cx="83210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A5A5A"/>
                </a:solidFill>
              </a:defRPr>
            </a:pPr>
            <a:r>
              <a:t>Scope: Qwen2 (1.5B, 7B), Llama 3.1/3.2 (8B), Voidful | Final: Llama-3.1-8B (Q&amp;A), Qwen2.5-7B (judge), 1 CPU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234440"/>
            <a:ext cx="8503920" cy="347472"/>
          </a:xfrm>
          <a:prstGeom prst="rect">
            <a:avLst/>
          </a:prstGeom>
          <a:solidFill>
            <a:srgbClr val="ECF0F7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32323"/>
                </a:solidFill>
              </a:defRPr>
            </a:pPr>
            <a:r>
              <a:t>Benefit Assessment Under Fixed Compute Constraints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20040" y="1664208"/>
          <a:ext cx="850392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1960"/>
                <a:gridCol w="4251960"/>
              </a:tblGrid>
              <a:tr h="832104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Pros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Cons / Trade-offs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32323"/>
                          </a:solidFill>
                        </a:defRPr>
                      </a:pPr>
                      <a:r>
                        <a:t>Improved factual reliability; lower hallucination exposure versus Voidful.</a:t>
                      </a:r>
                    </a:p>
                  </a:txBody>
                  <a:tcPr>
                    <a:solidFill>
                      <a:srgbClr val="F9FB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32323"/>
                          </a:solidFill>
                        </a:defRPr>
                      </a:pPr>
                      <a:r>
                        <a:t>Dual-model orchestration increases integration and maintenance complexity.</a:t>
                      </a:r>
                    </a:p>
                  </a:txBody>
                  <a:tcPr>
                    <a:solidFill>
                      <a:srgbClr val="F9FB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32323"/>
                          </a:solidFill>
                        </a:defRPr>
                      </a:pPr>
                      <a:r>
                        <a:t>Cross-model separation reduces self-evaluation bias in QAG workflows.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32323"/>
                          </a:solidFill>
                        </a:defRPr>
                      </a:pPr>
                      <a:r>
                        <a:t>Prompt and grading calibration are required for consistent cross-model behavior.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32323"/>
                          </a:solidFill>
                        </a:defRPr>
                      </a:pPr>
                      <a:r>
                        <a:t>Reproducible benchmarking with fixed allocation: 1 GPU + 1 GPU + 1 CPU.</a:t>
                      </a:r>
                    </a:p>
                  </a:txBody>
                  <a:tcPr>
                    <a:solidFill>
                      <a:srgbClr val="F9FB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32323"/>
                          </a:solidFill>
                        </a:defRPr>
                      </a:pPr>
                      <a:r>
                        <a:t>End-to-end throughput may be lower than a single-model pipeline at equal budget.</a:t>
                      </a:r>
                    </a:p>
                  </a:txBody>
                  <a:tcPr>
                    <a:solidFill>
                      <a:srgbClr val="F9FB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32323"/>
                          </a:solidFill>
                        </a:defRPr>
                      </a:pPr>
                      <a:r>
                        <a:t>Deployable architecture balancing quality with realistic infrastructure limits.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32323"/>
                          </a:solidFill>
                        </a:defRPr>
                      </a:pPr>
                      <a:r>
                        <a:t>Residual hallucination risk remains; grounding checks and retry policy are still required.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11480" y="5989320"/>
            <a:ext cx="8321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1F3864"/>
                </a:solidFill>
              </a:defRPr>
            </a:pPr>
            <a:r>
              <a:t>Conclusion: The two-model design improves factual reliability and evaluation neutrality while staying practical for constrained deployment.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8321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F3864"/>
                </a:solidFill>
              </a:defRPr>
            </a:pPr>
            <a:r>
              <a:t>QAGRedo Runtime Architecture (Clarified)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8321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A5A5A"/>
                </a:solidFill>
              </a:defRPr>
            </a:pPr>
            <a:r>
              <a:t>Three-service design with explicit model separation and deterministic orchestration</a:t>
            </a:r>
          </a:p>
        </p:txBody>
      </p:sp>
      <p:pic>
        <p:nvPicPr>
          <p:cNvPr id="4" name="Picture 3" descr="c__Users_tyewhong_AppData_Roaming_Cursor_User_workspaceStorage_2bfc4eea1a6559f6304a97ed00b20fd3_images_image-1687e706-a96b-4671-875a-df8698df4e5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43000"/>
            <a:ext cx="4983480" cy="35661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0" y="1143000"/>
            <a:ext cx="3246120" cy="329184"/>
          </a:xfrm>
          <a:prstGeom prst="rect">
            <a:avLst/>
          </a:prstGeom>
          <a:solidFill>
            <a:srgbClr val="ECF0F7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E1E1E"/>
                </a:solidFill>
              </a:defRPr>
            </a:pPr>
            <a:r>
              <a:t>Service Roles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0" y="1536192"/>
            <a:ext cx="3246120" cy="731520"/>
          </a:xfrm>
          <a:prstGeom prst="roundRect">
            <a:avLst/>
          </a:prstGeom>
          <a:solidFill>
            <a:srgbClr val="F4F8FF"/>
          </a:solidFill>
          <a:ln>
            <a:solidFill>
              <a:srgbClr val="C8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1E1E"/>
                </a:solidFill>
              </a:defRPr>
            </a:pPr>
            <a:r>
              <a:t>Generator (GPU 0, :8100)</a:t>
            </a:r>
          </a:p>
          <a:p>
            <a:pPr>
              <a:defRPr sz="1000">
                <a:solidFill>
                  <a:srgbClr val="323232"/>
                </a:solidFill>
              </a:defRPr>
            </a:pPr>
            <a:r>
              <a:t>Llama-3.1-8B for question + answer generation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0" y="2359152"/>
            <a:ext cx="3246120" cy="731520"/>
          </a:xfrm>
          <a:prstGeom prst="roundRect">
            <a:avLst/>
          </a:prstGeom>
          <a:solidFill>
            <a:srgbClr val="F5F1FF"/>
          </a:solidFill>
          <a:ln>
            <a:solidFill>
              <a:srgbClr val="C8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1E1E"/>
                </a:solidFill>
              </a:defRPr>
            </a:pPr>
            <a:r>
              <a:t>Judge (GPU 1, :8101)</a:t>
            </a:r>
          </a:p>
          <a:p>
            <a:pPr>
              <a:defRPr sz="1000">
                <a:solidFill>
                  <a:srgbClr val="323232"/>
                </a:solidFill>
              </a:defRPr>
            </a:pPr>
            <a:r>
              <a:t>Qwen2.5-7B for independent grounding verification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0" y="3182112"/>
            <a:ext cx="3246120" cy="731520"/>
          </a:xfrm>
          <a:prstGeom prst="roundRect">
            <a:avLst/>
          </a:prstGeom>
          <a:solidFill>
            <a:srgbClr val="EFFAF4"/>
          </a:solidFill>
          <a:ln>
            <a:solidFill>
              <a:srgbClr val="C8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1E1E"/>
                </a:solidFill>
              </a:defRPr>
            </a:pPr>
            <a:r>
              <a:t>Runner (CPU, internal)</a:t>
            </a:r>
          </a:p>
          <a:p>
            <a:pPr>
              <a:defRPr sz="1000">
                <a:solidFill>
                  <a:srgbClr val="323232"/>
                </a:solidFill>
              </a:defRPr>
            </a:pPr>
            <a:r>
              <a:t>Pipeline orchestration, retries, and semantic checks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4846320"/>
            <a:ext cx="8321040" cy="310896"/>
          </a:xfrm>
          <a:prstGeom prst="rect">
            <a:avLst/>
          </a:prstGeom>
          <a:solidFill>
            <a:srgbClr val="ECF0F7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1E1E1E"/>
                </a:solidFill>
              </a:defRPr>
            </a:pPr>
            <a:r>
              <a:t>Execution Flow (per document chunk)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5193792"/>
            <a:ext cx="8321040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1E1E1E"/>
                </a:solidFill>
              </a:defRPr>
            </a:pPr>
            <a:r>
              <a:t>1) Runner sends context to Generator -&gt; candidate questions/answers are produced.</a:t>
            </a:r>
          </a:p>
          <a:p>
            <a:pPr>
              <a:defRPr sz="1050">
                <a:solidFill>
                  <a:srgbClr val="1E1E1E"/>
                </a:solidFill>
              </a:defRPr>
            </a:pPr>
            <a:r>
              <a:t>2) Judge evaluates grounding confidence and flags ungrounded outputs.</a:t>
            </a:r>
          </a:p>
          <a:p>
            <a:pPr>
              <a:defRPr sz="1050">
                <a:solidFill>
                  <a:srgbClr val="1E1E1E"/>
                </a:solidFill>
              </a:defRPr>
            </a:pPr>
            <a:r>
              <a:t>3) Runner applies retry policy and validation gates until quality criteria are met.</a:t>
            </a:r>
          </a:p>
          <a:p>
            <a:pPr>
              <a:defRPr sz="1050">
                <a:solidFill>
                  <a:srgbClr val="1E1E1E"/>
                </a:solidFill>
              </a:defRPr>
            </a:pPr>
            <a:r>
              <a:t>4) Final JSON output includes grounded Q&amp;A and run-level summary metrics.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