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visual_01_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22F5F"/>
                </a:solidFill>
              </a:defRPr>
            </a:pPr>
            <a:r>
              <a:t>QAGRedo Technical Workflow + Framework Upgrade</a:t>
            </a:r>
          </a:p>
          <a:p>
            <a:pPr>
              <a:defRPr sz="2200">
                <a:solidFill>
                  <a:srgbClr val="42526C"/>
                </a:solidFill>
              </a:defRPr>
            </a:pPr>
            <a:r>
              <a:t>Balanced view: workflow, algorithm, and tradeoffs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2. Why This Workflow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Problem, design response, target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Need: complex Q&amp;A grounded strictly in source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Risk: raw LLM output can be shallow, repetitive, or hallucinatory.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Response: staged generation + validation + adaptive grading fallback.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Target: explainable, auditable, high-confidence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visual_15_need_risk_respons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5440680"/>
            <a:ext cx="1143000" cy="329184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2855"/>
                </a:solidFill>
              </a:defRPr>
            </a:pPr>
            <a:r>
              <a:t>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440680"/>
            <a:ext cx="1143000" cy="329184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63412"/>
                </a:solidFill>
              </a:defRPr>
            </a:pPr>
            <a:r>
              <a:t>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5440680"/>
            <a:ext cx="1417320" cy="329184"/>
          </a:xfrm>
          <a:prstGeom prst="roundRect">
            <a:avLst/>
          </a:prstGeom>
          <a:solidFill>
            <a:srgbClr val="E9FCF4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5630"/>
                </a:solidFill>
              </a:defRPr>
            </a:pPr>
            <a:r>
              <a:t>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52760" y="5440680"/>
            <a:ext cx="1051560" cy="329184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A2478"/>
                </a:solidFill>
              </a:defRPr>
            </a:pPr>
            <a:r>
              <a:t>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Quality comes from explicit gates, not from one model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3.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Full pipeline from input to audited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526280"/>
            <a:ext cx="3611880" cy="1234440"/>
          </a:xfrm>
          <a:prstGeom prst="roundRect">
            <a:avLst/>
          </a:prstGeom>
          <a:solidFill>
            <a:srgbClr val="E8F1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92D55"/>
                </a:solidFill>
              </a:defRPr>
            </a:pPr>
            <a:r>
              <a:t>Lane A: Input + Prep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Converter CLI: --input-type routing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Normalization + optional semantic enrich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526280"/>
            <a:ext cx="3611880" cy="1234440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92D55"/>
                </a:solidFill>
              </a:defRPr>
            </a:pPr>
            <a:r>
              <a:t>Lane B: Q/A Quality Loop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LangChain prompt/template/parsing path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Grounding, retries, and coverage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526280"/>
            <a:ext cx="2971800" cy="1234440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92D55"/>
                </a:solidFill>
              </a:defRPr>
            </a:pPr>
            <a:r>
              <a:t>Lane C: Grading + Output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Hybrid scoring path</a:t>
            </a:r>
          </a:p>
          <a:p>
            <a:pPr>
              <a:defRPr sz="1200">
                <a:solidFill>
                  <a:srgbClr val="2D3A50"/>
                </a:solidFill>
              </a:defRPr>
            </a:pPr>
            <a:r>
              <a:t>Grade, issues, run summary + run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Single visual, three lanes: preparation, quality loop, and final audit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4. Runtime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Three-container responsibility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658368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4_architecture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645920"/>
            <a:ext cx="4114800" cy="1188720"/>
          </a:xfrm>
          <a:prstGeom prst="roundRect">
            <a:avLst/>
          </a:prstGeom>
          <a:solidFill>
            <a:srgbClr val="E8F1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Generator (qagredo-vllm)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Llama | GPU 0 | Port ${VLLM_HOST_PORT}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Question + answer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017520"/>
            <a:ext cx="4114800" cy="1188720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Judge (qagredo-vllm-judge)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Qwen | GPU 1 | Port ${VLLM_JUDGE_HOST_PORT}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Independent grounding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389120"/>
            <a:ext cx="4114800" cy="1188720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Runner (qagredo-runner)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CPU | internal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LangGraph orchestration + grading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Generator and judge split improves reliability and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5. Question Generation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10 types + few-shot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5_question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10 types cover analysis -&gt; counterfactual reasoning.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Few-shot uses GOOD/BAD examples to avoid trivial lookup questions.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Dedup + grounding + comprehensiveness filters weak questions.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Better upstream questions reduce downstream answer retries.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Question quality is the biggest lever for final answer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6. Answer Generation +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Structured answer and retry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371600"/>
            <a:ext cx="58521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85216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91640"/>
            <a:ext cx="1828800" cy="347472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855"/>
                </a:solidFill>
              </a:defRPr>
            </a:pPr>
            <a:r>
              <a:t>Generated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2880360"/>
            <a:ext cx="1554480" cy="347472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855"/>
                </a:solidFill>
              </a:defRPr>
            </a:pPr>
            <a:r>
              <a:t>Grounding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783080"/>
            <a:ext cx="1965960" cy="347472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5630"/>
                </a:solidFill>
              </a:defRPr>
            </a:pPr>
            <a:r>
              <a:t>Supported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3246120"/>
            <a:ext cx="1965960" cy="347472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63412"/>
                </a:solidFill>
              </a:defRPr>
            </a:pPr>
            <a:r>
              <a:t>Ungrounded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Prompt enforces: answer-only-from-document + supporting evidence.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If grounding fails, regenerate up to configured retry limit.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Best attempt is retained with reasons for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Retries are controlled and evidence-backed, not open-ended.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7. Coverage Validator +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Fixes grounded-but-incomplete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463040"/>
            <a:ext cx="54864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6_answer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783080"/>
            <a:ext cx="1737360" cy="347472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855"/>
                </a:solidFill>
              </a:defRPr>
            </a:pPr>
            <a:r>
              <a:t>Initial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1737360" cy="347472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855"/>
                </a:solidFill>
              </a:defRPr>
            </a:pPr>
            <a:r>
              <a:t>Coverage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3246120"/>
            <a:ext cx="1600200" cy="347472"/>
          </a:xfrm>
          <a:prstGeom prst="roundRect">
            <a:avLst/>
          </a:prstGeom>
          <a:solidFill>
            <a:srgbClr val="FFEEE1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63412"/>
                </a:solidFill>
              </a:defRPr>
            </a:pPr>
            <a:r>
              <a:t>Low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617720"/>
            <a:ext cx="2011680" cy="347472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490F"/>
                </a:solidFill>
              </a:defRPr>
            </a:pPr>
            <a:r>
              <a:t>Targeted Rewrite (x1)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Detects when answer misses parts of the question.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Runs one targeted rewrite using missing-point feedback.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Rewrite is accepted only if grounding still passes.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Completeness improves without raising hallucination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8. Hybrid Grading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Speed-first with robust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8521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7_hybrid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85216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Path A: semantic confidence high -&gt; accept quickly.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Path B: low confidence -&gt; invoke independent LLM judge.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Final score combines evidence for confidence and grade.</a:t>
            </a:r>
          </a:p>
          <a:p>
            <a:pPr>
              <a:spcAft>
                <a:spcPts val="800"/>
              </a:spcAft>
              <a:defRPr sz="1500">
                <a:solidFill>
                  <a:srgbClr val="233045"/>
                </a:solidFill>
              </a:defRPr>
            </a:pPr>
            <a:r>
              <a:t>Hybrid is default for speed/quality 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Only uncertain cases pay the judge-model latency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9. Output Schema Made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How to read one result in 30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371600"/>
            <a:ext cx="42976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08_output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9768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45920"/>
            <a:ext cx="3474720" cy="1828800"/>
          </a:xfrm>
          <a:prstGeom prst="roundRect">
            <a:avLst/>
          </a:prstGeom>
          <a:solidFill>
            <a:srgbClr val="E9F2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Block 1: Context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document.id/title/source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74720" cy="1828800"/>
          </a:xfrm>
          <a:prstGeom prst="roundRect">
            <a:avLst/>
          </a:prstGeom>
          <a:solidFill>
            <a:srgbClr val="E9FCF4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Block 2: QA details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question + answer + grading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per-pair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3474720" cy="1828800"/>
          </a:xfrm>
          <a:prstGeom prst="roundRect">
            <a:avLst/>
          </a:prstGeom>
          <a:solidFill>
            <a:srgbClr val="F0EC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Block 3: Generation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question/answer metadata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model + timestamps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474720" cy="1828800"/>
          </a:xfrm>
          <a:prstGeom prst="roundRect">
            <a:avLst/>
          </a:prstGeom>
          <a:solidFill>
            <a:srgbClr val="FFF0E5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Block 4: Summary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overall grade/confidence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run metadata + semantic_enrichment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8862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3045"/>
                </a:solidFill>
              </a:defRPr>
            </a:pPr>
            <a:r>
              <a:t>If grade is low, inspect QA issues first, then trace generation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Outputs are built for fast audit, not just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F5F"/>
                </a:solidFill>
              </a:defRPr>
            </a:pPr>
            <a:r>
              <a:t>10. Tradeoff Summary +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2526C"/>
                </a:solidFill>
              </a:defRPr>
            </a:pPr>
            <a:r>
              <a:t>Senior decision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visual_10_tradeoff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51560" y="5440680"/>
            <a:ext cx="1508760" cy="329184"/>
          </a:xfrm>
          <a:prstGeom prst="roundRect">
            <a:avLst/>
          </a:prstGeom>
          <a:solidFill>
            <a:srgbClr val="E1FFEE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5630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440680"/>
            <a:ext cx="1508760" cy="329184"/>
          </a:xfrm>
          <a:prstGeom prst="roundRect">
            <a:avLst/>
          </a:prstGeom>
          <a:solidFill>
            <a:srgbClr val="FFF7DC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490F"/>
                </a:solidFill>
              </a:defRPr>
            </a:pPr>
            <a:r>
              <a:t>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5440680"/>
            <a:ext cx="1234440" cy="329184"/>
          </a:xfrm>
          <a:prstGeom prst="roundRect">
            <a:avLst/>
          </a:prstGeom>
          <a:solidFill>
            <a:srgbClr val="F0EC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A2478"/>
                </a:solidFill>
              </a:defRPr>
            </a:pPr>
            <a:r>
              <a:t>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828800"/>
            <a:ext cx="2377440" cy="329184"/>
          </a:xfrm>
          <a:prstGeom prst="roundRect">
            <a:avLst/>
          </a:prstGeom>
          <a:solidFill>
            <a:srgbClr val="E9F6FF"/>
          </a:solidFill>
          <a:ln>
            <a:solidFill>
              <a:srgbClr val="8C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2855"/>
                </a:solidFill>
              </a:defRPr>
            </a:pPr>
            <a:r>
              <a:t>Balance, not optimize one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212080" cy="3383280"/>
          </a:xfrm>
          <a:prstGeom prst="roundRect">
            <a:avLst/>
          </a:prstGeom>
          <a:solidFill>
            <a:srgbClr val="F5F8FF"/>
          </a:solidFill>
          <a:ln>
            <a:solidFill>
              <a:srgbClr val="A0A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92D55"/>
                </a:solidFill>
              </a:defRPr>
            </a:pPr>
            <a:r>
              <a:t>Decision Tradeoffs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Higher depth checks -&gt; better quality, higher latency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Lower temperature -&gt; more factual, less linguistic flexibility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Hybrid grading -&gt; better speed/quality, added routing logic</a:t>
            </a:r>
          </a:p>
          <a:p>
            <a:pPr>
              <a:defRPr sz="1100">
                <a:solidFill>
                  <a:srgbClr val="2D3A50"/>
                </a:solidFill>
              </a:defRPr>
            </a:pPr>
            <a:r>
              <a:t>Coverage rewrite -&gt; better completeness, one extra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212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33045"/>
                </a:solidFill>
              </a:defRPr>
            </a:pPr>
            <a:r>
              <a:t>Image mapping: Accuracy (quality checks), Latency (retry/fallback depth), Cost (judge-model usage).</a:t>
            </a:r>
          </a:p>
          <a:p>
            <a:pPr>
              <a:spcAft>
                <a:spcPts val="800"/>
              </a:spcAft>
              <a:defRPr sz="1200">
                <a:solidFill>
                  <a:srgbClr val="233045"/>
                </a:solidFill>
              </a:defRPr>
            </a:pPr>
            <a:r>
              <a:t>Decision: keep current architecture; tune complexity and retry thresholds first.</a:t>
            </a:r>
          </a:p>
          <a:p>
            <a:pPr>
              <a:spcAft>
                <a:spcPts val="800"/>
              </a:spcAft>
              <a:defRPr sz="1200">
                <a:solidFill>
                  <a:srgbClr val="233045"/>
                </a:solidFill>
              </a:defRPr>
            </a:pPr>
            <a:r>
              <a:t>Deployment: use 6-file split-model (separate llama/qwen archives + bundle updates).</a:t>
            </a:r>
          </a:p>
          <a:p>
            <a:pPr>
              <a:spcAft>
                <a:spcPts val="800"/>
              </a:spcAft>
              <a:defRPr sz="1200">
                <a:solidFill>
                  <a:srgbClr val="233045"/>
                </a:solidFill>
              </a:defRPr>
            </a:pPr>
            <a:r>
              <a:t>Operations: add observability metrics and fast/standard/strict presets.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F0F6FF"/>
          </a:solidFill>
          <a:ln>
            <a:solidFill>
              <a:srgbClr val="AA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86A"/>
                </a:solidFill>
              </a:defRPr>
            </a:pPr>
            <a:r>
              <a:t>Key takeaway: Operate with explicit, measurable speed-quality tradeoffs.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