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53A0"/>
                </a:solidFill>
              </a:defRPr>
            </a:pPr>
            <a:r>
              <a:t>QAGRedo · Per-document 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defRPr sz="4000" b="1">
                <a:solidFill>
                  <a:srgbClr val="0F2C60"/>
                </a:solidFill>
              </a:defRPr>
            </a:pPr>
            <a:r>
              <a:t>Output JSON:</a:t>
            </a:r>
            <a:br/>
            <a:r>
              <a:t>what each field means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246120"/>
            <a:ext cx="2926080" cy="384048"/>
          </a:xfrm>
          <a:prstGeom prst="roundRect">
            <a:avLst/>
          </a:prstGeom>
          <a:solidFill>
            <a:srgbClr val="F6FA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3045"/>
                </a:solidFill>
              </a:defRPr>
            </a:pPr>
            <a:r>
              <a:t>Document id · demo_collegian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3246120"/>
            <a:ext cx="2926080" cy="384048"/>
          </a:xfrm>
          <a:prstGeom prst="roundRect">
            <a:avLst/>
          </a:prstGeom>
          <a:solidFill>
            <a:srgbClr val="F6FA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3045"/>
                </a:solidFill>
              </a:defRPr>
            </a:pPr>
            <a:r>
              <a:t>Sample grade ·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600">
                <a:solidFill>
                  <a:srgbClr val="233045"/>
                </a:solidFill>
              </a:defRPr>
            </a:pPr>
            <a:r>
              <a:t>One analysis file per source document: questions, grounded answers, citations, hybrid grading, and run timings — ready for audit and downstream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QAGRedo output schema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End-to-end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LangGraph runtime: each node updates state; END serializes one doc_*_analysis.json. Fields in this deck map to that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400">
                <a:solidFill>
                  <a:srgbClr val="233045"/>
                </a:solidFill>
              </a:defRPr>
            </a:pPr>
            <a:r>
              <a:t>•  Missing diagram assets. Add either: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400">
                <a:solidFill>
                  <a:srgbClr val="233045"/>
                </a:solidFill>
              </a:defRPr>
            </a:pPr>
            <a:r>
              <a:t>•  docs/qagredo_langgraph_pipeline_detailed.png, or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400">
                <a:solidFill>
                  <a:srgbClr val="233045"/>
                </a:solidFill>
              </a:defRPr>
            </a:pPr>
            <a:r>
              <a:t>•  docs/qagredo_full_pipeline_flow_16x9.png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Add langgraph or full-pipeline PNG under docs/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Six top-level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One timestamped folder per run; one JSON file per document.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3611880" cy="1261872"/>
          </a:xfrm>
          <a:prstGeom prst="roundRect">
            <a:avLst/>
          </a:prstGeom>
          <a:solidFill>
            <a:srgbClr val="E8F2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b="1" sz="1300">
                <a:solidFill>
                  <a:srgbClr val="0F2C60"/>
                </a:solidFill>
              </a:defRPr>
            </a:pPr>
            <a:r>
              <a:t>document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1100">
                <a:solidFill>
                  <a:srgbClr val="233045"/>
                </a:solidFill>
              </a:defRPr>
            </a:pPr>
            <a:r>
              <a:t>Normalized snapshot: id, title, source, type,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98448"/>
            <a:ext cx="3611880" cy="1261872"/>
          </a:xfrm>
          <a:prstGeom prst="roundRect">
            <a:avLst/>
          </a:prstGeom>
          <a:solidFill>
            <a:srgbClr val="FFFCF5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b="1" sz="1300">
                <a:solidFill>
                  <a:srgbClr val="0F2C60"/>
                </a:solidFill>
              </a:defRPr>
            </a:pPr>
            <a:r>
              <a:t>qa_pairs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1100">
                <a:solidFill>
                  <a:srgbClr val="233045"/>
                </a:solidFill>
              </a:defRPr>
            </a:pPr>
            <a:r>
              <a:t>Each slot: question, answer, hallucination_check, citation_spans, provenance.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298448"/>
            <a:ext cx="3611880" cy="1261872"/>
          </a:xfrm>
          <a:prstGeom prst="roundRect">
            <a:avLst/>
          </a:prstGeom>
          <a:solidFill>
            <a:srgbClr val="E8F2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b="1" sz="1300">
                <a:solidFill>
                  <a:srgbClr val="0F2C60"/>
                </a:solidFill>
              </a:defRPr>
            </a:pPr>
            <a:r>
              <a:t>question_generation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1100">
                <a:solidFill>
                  <a:srgbClr val="233045"/>
                </a:solidFill>
              </a:defRPr>
            </a:pPr>
            <a:r>
              <a:t>Model, types, timestamps; optional validation detail.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24912"/>
            <a:ext cx="3611880" cy="1261872"/>
          </a:xfrm>
          <a:prstGeom prst="roundRect">
            <a:avLst/>
          </a:prstGeom>
          <a:solidFill>
            <a:srgbClr val="FFFCF5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b="1" sz="1300">
                <a:solidFill>
                  <a:srgbClr val="0F2C60"/>
                </a:solidFill>
              </a:defRPr>
            </a:pPr>
            <a:r>
              <a:t>answer_generation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1100">
                <a:solidFill>
                  <a:srgbClr val="233045"/>
                </a:solidFill>
              </a:defRPr>
            </a:pPr>
            <a:r>
              <a:t>Answer model, provider, timestamps, 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724912"/>
            <a:ext cx="3611880" cy="1261872"/>
          </a:xfrm>
          <a:prstGeom prst="roundRect">
            <a:avLst/>
          </a:prstGeom>
          <a:solidFill>
            <a:srgbClr val="E8F2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b="1" sz="1300">
                <a:solidFill>
                  <a:srgbClr val="0F2C60"/>
                </a:solidFill>
              </a:defRPr>
            </a:pPr>
            <a:r>
              <a:t>grading_summary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1100">
                <a:solidFill>
                  <a:srgbClr val="233045"/>
                </a:solidFill>
              </a:defRPr>
            </a:pPr>
            <a:r>
              <a:t>Letter grade, confidence, method, judge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724912"/>
            <a:ext cx="3611880" cy="1261872"/>
          </a:xfrm>
          <a:prstGeom prst="roundRect">
            <a:avLst/>
          </a:prstGeom>
          <a:solidFill>
            <a:srgbClr val="FFFCF5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b="1" sz="1300">
                <a:solidFill>
                  <a:srgbClr val="0F2C60"/>
                </a:solidFill>
              </a:defRPr>
            </a:pPr>
            <a:r>
              <a:t>run_metrics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1100">
                <a:solidFill>
                  <a:srgbClr val="233045"/>
                </a:solidFill>
              </a:defRPr>
            </a:pPr>
            <a:r>
              <a:t>Stage timings (s) and quality counters.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Matches run_qa_pipeline combined_result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Single source of truth for grading 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1261872"/>
            <a:ext cx="5623560" cy="4892040"/>
          </a:xfrm>
          <a:prstGeom prst="roundRect">
            <a:avLst/>
          </a:prstGeom>
          <a:solidFill>
            <a:srgbClr val="F6FA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5257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500">
                <a:solidFill>
                  <a:srgbClr val="233045"/>
                </a:solidFill>
              </a:defRPr>
            </a:pPr>
            <a:r>
              <a:t>•  id — from input or derived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500">
                <a:solidFill>
                  <a:srgbClr val="233045"/>
                </a:solidFill>
              </a:defRPr>
            </a:pPr>
            <a:r>
              <a:t>•  title — when provided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500">
                <a:solidFill>
                  <a:srgbClr val="233045"/>
                </a:solidFill>
              </a:defRPr>
            </a:pPr>
            <a:r>
              <a:t>•  source / type — optional provenance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500">
                <a:solidFill>
                  <a:srgbClr val="233045"/>
                </a:solidFill>
              </a:defRPr>
            </a:pPr>
            <a:r>
              <a:t>•  content — plain text (aliases merged: content, text, body, …)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61872"/>
            <a:ext cx="5440680" cy="4892040"/>
          </a:xfrm>
          <a:prstGeom prst="roundRect">
            <a:avLst/>
          </a:prstGeom>
          <a:solidFill>
            <a:srgbClr val="E8F2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44752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60"/>
                </a:solidFill>
              </a:defRPr>
            </a:pPr>
            <a:r>
              <a:t>Why it matters</a:t>
            </a:r>
          </a:p>
          <a:p>
            <a:pPr>
              <a:lnSpc>
                <a:spcPct val="122000"/>
              </a:lnSpc>
              <a:defRPr sz="1300">
                <a:solidFill>
                  <a:srgbClr val="233045"/>
                </a:solidFill>
              </a:defRPr>
            </a:pPr>
            <a:r>
              <a:t>Auditors and tools always see the exact text the pipeline used — even when the JSONL stored prose under another key.</a:t>
            </a:r>
          </a:p>
          <a:p>
            <a:pPr>
              <a:lnSpc>
                <a:spcPct val="122000"/>
              </a:lnSpc>
              <a:defRPr sz="1300">
                <a:solidFill>
                  <a:srgbClr val="233045"/>
                </a:solidFill>
              </a:defRPr>
            </a:pPr>
          </a:p>
          <a:p>
            <a:pPr>
              <a:lnSpc>
                <a:spcPct val="122000"/>
              </a:lnSpc>
              <a:defRPr sz="1300">
                <a:solidFill>
                  <a:srgbClr val="233045"/>
                </a:solidFill>
              </a:defRPr>
            </a:pPr>
            <a:r>
              <a:t>Hallucination checks and citation offsets refer to this content.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document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qa_pairs[]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One object per question slot after retries complete.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1234440"/>
            <a:ext cx="5486400" cy="4956048"/>
          </a:xfrm>
          <a:prstGeom prst="roundRect">
            <a:avLst/>
          </a:prstGeom>
          <a:solidFill>
            <a:srgbClr val="F6FA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400">
                <a:solidFill>
                  <a:srgbClr val="233045"/>
                </a:solidFill>
              </a:defRPr>
            </a:pPr>
            <a:r>
              <a:t>•  question, answer — final strings after slot retries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400">
                <a:solidFill>
                  <a:srgbClr val="233045"/>
                </a:solidFill>
              </a:defRPr>
            </a:pPr>
            <a:r>
              <a:t>•  hallucination_check — right after answer: full verifier payload (is_grounded, confidence, method, issues, llm_verdict, grounding_why when enabled)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400">
                <a:solidFill>
                  <a:srgbClr val="233045"/>
                </a:solidFill>
              </a:defRPr>
            </a:pPr>
            <a:r>
              <a:t>•  citation_spans — list of {start, end, text} char offsets into document.content (from supporting_evidence, not stored in JSON)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400">
                <a:solidFill>
                  <a:srgbClr val="233045"/>
                </a:solidFill>
              </a:defRPr>
            </a:pPr>
            <a:r>
              <a:t>•  citation_notes — fragments not found verbatim after the same split / list-prefix strip / dedupe as spans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400">
                <a:solidFill>
                  <a:srgbClr val="233045"/>
                </a:solidFill>
              </a:defRPr>
            </a:pPr>
            <a:r>
              <a:t>•  source_doc_id, source_title — trace to input row / title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234440"/>
            <a:ext cx="5596128" cy="4956048"/>
          </a:xfrm>
          <a:prstGeom prst="roundRect">
            <a:avLst/>
          </a:prstGeom>
          <a:solidFill>
            <a:srgbClr val="FFFCF5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353312"/>
            <a:ext cx="5257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F2C60"/>
                </a:solidFill>
              </a:defRPr>
            </a:pPr>
            <a:r>
              <a:t>Live excerpt (first pair)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783080"/>
            <a:ext cx="5257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233045"/>
                </a:solidFill>
              </a:defRPr>
            </a:pPr>
            <a:r>
              <a:t>Q: How did the format of The Collegian change over time?</a:t>
            </a:r>
          </a:p>
          <a:p>
            <a:pPr>
              <a:lnSpc>
                <a:spcPct val="115000"/>
              </a:lnSpc>
              <a:defRPr sz="1100">
                <a:solidFill>
                  <a:srgbClr val="233045"/>
                </a:solidFill>
              </a:defRPr>
            </a:pPr>
          </a:p>
          <a:p>
            <a:pPr>
              <a:lnSpc>
                <a:spcPct val="115000"/>
              </a:lnSpc>
              <a:defRPr sz="1100">
                <a:solidFill>
                  <a:srgbClr val="233045"/>
                </a:solidFill>
              </a:defRPr>
            </a:pPr>
            <a:r>
              <a:t>A: It began as a newsletter in 1963 and switched to a newspaper format in 1990.</a:t>
            </a:r>
          </a:p>
          <a:p>
            <a:pPr>
              <a:lnSpc>
                <a:spcPct val="115000"/>
              </a:lnSpc>
              <a:defRPr sz="1100">
                <a:solidFill>
                  <a:srgbClr val="233045"/>
                </a:solidFill>
              </a:defRPr>
            </a:pPr>
          </a:p>
          <a:p>
            <a:pPr>
              <a:lnSpc>
                <a:spcPct val="115000"/>
              </a:lnSpc>
              <a:defRPr sz="1100">
                <a:solidFill>
                  <a:srgbClr val="233045"/>
                </a:solidFill>
              </a:defRPr>
            </a:pPr>
            <a:r>
              <a:t>grounded=True · conf=0.92 · semantic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Per-slot QA record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hallucination_check (per slot)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Same fields grade_qa_results puts in check_result.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61872"/>
          <a:ext cx="109728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8092440"/>
              </a:tblGrid>
              <a:tr h="611505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2153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153A0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is_grounded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Pass/fail vs. confidence + sentence rules.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0.0–1.0 aggregate for this answer.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semantic, keyword, llm, hybrid variants, fallbacks.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Human-readable problems or judge notes.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grounded_sentences / ungrounded_sentences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Sentence-level split for debugging (use len() if you need counts).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llm_verdict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When judge runs: verdict, confidence, reason.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grounding_why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3045"/>
                          </a:solidFill>
                        </a:defRPr>
                      </a:pPr>
                      <a:r>
                        <a:t>If enabled: brief why when grounded but citation_spans/notes empty (llm_verdict.reason or extra judge call).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utils/hallucination_checker.py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Two different checks (do not conflate them)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is_grounded grades the answer against the full document. citation_* locates quoted evidence strings in the document.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2C60"/>
                </a:solidFill>
              </a:defRPr>
            </a:pPr>
            <a:r>
              <a:t>A. qa_pairs[].hallucination_check (is_grounded)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53492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What is scored: the answer text (and optionally the question as judge context), compared to document.content.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Producer: grade_qa_results → check_hallucination in utils/hallucination_checker.py.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Semantic/keyword: each answer sentence vs document chunks or phrases; ratio + rules → confidence; is_grounded requires no ungrounded sentences and confidence ≥ 0.7 (fixed in code).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LLM/hybrid: judge reads truncated document + Q + A; verdict SUPPORTED plus judge confidence ≥ 0.7.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Purpose: “Did the model invent facts relative to the doc?”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120700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2C60"/>
                </a:solidFill>
              </a:defRPr>
            </a:pPr>
            <a:r>
              <a:t>B. citation_spans / citation_notes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572768"/>
            <a:ext cx="5532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What is scored: supporting_evidence for that slot only (parallel list from answer generation — not written into JSON).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Producer: run_qa_pipeline.build_qa_pairs → _evidence_to_citation_spans on document.content.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Algorithm: split (newlines, semicolons); strip - * • and 1. / 1) prefixes; dedupe identical fragments; search verbatim (or whitespace-relaxed); hit → {start,end,text}; miss → citation_notes.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Purpose: “Which exact spans did the model claim it quoted?”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Empty spans + empty notes usually means empty or unusable supporting_evidence — not “ungrounded” by the grader.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596128"/>
            <a:ext cx="11228832" cy="868680"/>
          </a:xfrm>
          <a:prstGeom prst="roundRect">
            <a:avLst/>
          </a:prstGeom>
          <a:solidFill>
            <a:srgbClr val="F6FA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87568"/>
            <a:ext cx="10927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3045"/>
                </a:solidFill>
              </a:defRPr>
            </a:pPr>
            <a:r>
              <a:t>•  You can explain is_grounded without citations: verifier never reads supporting_evidence.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3045"/>
                </a:solidFill>
              </a:defRPr>
            </a:pPr>
            <a:r>
              <a:t>•  You can have is_grounded true and citation_spans [] if the answer paraphrases well but evidence quotes are missing or non-verbatim.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3045"/>
                </a:solidFill>
              </a:defRPr>
            </a:pPr>
            <a:r>
              <a:t>•  Teach both: verifier = holistic support; citations = explicit quote alignment for auditors.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run_qa_pipeline.py + hallucination_checker.py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citation_spans &amp; citation_notes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Same character offsets as document.content in the output 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10835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Index i: qa_pairs[i] aligns with supporting_evidence[i] inside the internal qa_result (answers and evidence lists same length).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Split: newlines, then semicolons; strip leading - * • and numeric list prefixes; dedupe by collapsed whitespace; drop fragments under 3 chars (_split_evidence_fragments).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Match: first exact substring of fragment in content; else regex with flexible whitespace between tokens (_find_quote_span).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Hit: append {start, end, text} where text = content[start:end].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Miss: append fragment string to citation_notes (paraphrase, hallucinated quote, or typo).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If supporting_evidence[i] is blank, both arrays are empty — grading may still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5532120"/>
            <a:ext cx="11228832" cy="932688"/>
          </a:xfrm>
          <a:prstGeom prst="roundRect">
            <a:avLst/>
          </a:prstGeom>
          <a:solidFill>
            <a:srgbClr val="E8F2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5650992"/>
            <a:ext cx="10927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3045"/>
                </a:solidFill>
              </a:defRPr>
            </a:pPr>
            <a:r>
              <a:t>•  Console: [WARN] No citation_spans resolved when evidence non-empty but nothing matched (paraphrase).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3045"/>
                </a:solidFill>
              </a:defRPr>
            </a:pPr>
            <a:r>
              <a:t>•  Downstream UI: highlight document.content[start:end] for each span; show citation_notes as “could not locate in doc”.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_evidence_to_citation_spans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is_grounded &amp; confidence — by hallucination.method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config.&lt;profile&gt;.yaml → hallucination.method; answer gate uses answer_generation.min_confidence_threshold (default 0.7).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261872"/>
          <a:ext cx="111099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8961120"/>
              </a:tblGrid>
              <a:tr h="8869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153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How confidence &amp; is_grounded are set</a:t>
                      </a:r>
                    </a:p>
                  </a:txBody>
                  <a:tcPr>
                    <a:solidFill>
                      <a:srgbClr val="2153A0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3045"/>
                          </a:solidFill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3045"/>
                          </a:solidFill>
                        </a:defRPr>
                      </a:pPr>
                      <a:r>
                        <a:t>Per-sentence: key phrases in doc (or generic/hedge heuristics). confidence = grounded/total sentences; +0.2 cap 1.0 if answer contains e.g. “not enough information”. is_grounded = confidence ≥ 0.7 AND ungrounded_sentences empty.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3045"/>
                          </a:solidFill>
                        </a:defRPr>
                      </a:pPr>
                      <a:r>
                        <a:t>semantic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3045"/>
                          </a:solidFill>
                        </a:defRPr>
                      </a:pPr>
                      <a:r>
                        <a:t>Keyword / LLM judge: overlap or judge verdict; max cosine ≥ 0.5 ⇒ grounded. confidence = grounded/total. Same is_grounded rule as keyword (≥ 0.7, no ungrounded).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3045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3045"/>
                          </a:solidFill>
                        </a:defRPr>
                      </a:pPr>
                      <a:r>
                        <a:t>Single judge call; JSON verdict SUPPORTED / NOT_SUPPORTED + confidence. is_grounded = SUPPORTED AND confidence ≥ 0.7. Full answer + truncated doc in prompt.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3045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3045"/>
                          </a:solidFill>
                        </a:defRPr>
                      </a:pPr>
                      <a:r>
                        <a:t>Semantic first; if any ungrounded sentences, LLM re-judges whole answer. Override: is_grounded true if LLM supported &amp; conf ≥ 0.7. Else min(semantic, llm) confidence and semantic ungrounded kept.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Threshold 0.7 is policy in code, not computed from doc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question_generation — fields &amp; hidden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Same check_hallucination API, but the “answer” argument is the question string.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108356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model, provider, timestamp, timezone — who/when generated questions.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num_questions, complexity, question_types — prompt shaping and presets.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question_validation — list per slot when enable_rejection or enable_comprehensiveness_check: original_question, final_question, validation_info {is_grounded, confidence, issues, attempts, was_regenerated}, optional comprehensiveness_check.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validation uses question_generation.validation.method (default semantic); checks question text vs document — NOT the later answer grading.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5532120"/>
            <a:ext cx="11228832" cy="932688"/>
          </a:xfrm>
          <a:prstGeom prst="roundRect">
            <a:avLst/>
          </a:prstGeom>
          <a:solidFill>
            <a:srgbClr val="F6FA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5669280"/>
            <a:ext cx="10881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3045"/>
                </a:solidFill>
              </a:defRPr>
            </a:pPr>
            <a:r>
              <a:t>•  Story for stakeholders: “We optionally reject/regenerate questions that are not about the document before any answer is written.”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utils/question_generator.py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answer_generation — fields &amp; regeneration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During generation, answers can be rewritten until grounding passes.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10835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model, provider, timestamp, timezone, num_answers — batch answer pass metadata.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Per-answer validation (optional): check_hallucination with config hallucination.method; min_confidence_threshold from answer_generation in config.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Final JSON verifier (qa_pairs.hallucination_check) comes from a separate grade_qa_results pass on the finished qa_result — usually matches generation-time check if method unchanged.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supporting_evidence is produced with the answer; used only to build citation_*; omit from export by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utils/answer_generator.py + run_qa_pipeline slot loop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No top-level hallucination_checks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Verifier payload per slot: qa_pairs[].hallucination_check.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10835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combined_result no longer emits a duplicate list; use qa_pairs[i].hallucination_check only.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grading_summary still aggregates from those per-slot objects.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>
                <a:solidFill>
                  <a:srgbClr val="233045"/>
                </a:solidFill>
              </a:defRPr>
            </a:pPr>
            <a:r>
              <a:t>•  Legacy files may still have key grading or a top-level hallucination_checks array — readers should accept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run_qa_pipeline combined_result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Run-level rollups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880"/>
                </a:solidFill>
              </a:defRPr>
            </a:pPr>
            <a:r>
              <a:t>One-line health + timing.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5440680" cy="2240280"/>
          </a:xfrm>
          <a:prstGeom prst="roundRect">
            <a:avLst/>
          </a:prstGeom>
          <a:solidFill>
            <a:srgbClr val="E8F2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b="1" sz="1300">
                <a:solidFill>
                  <a:srgbClr val="0F2C60"/>
                </a:solidFill>
              </a:defRPr>
            </a:pPr>
            <a:r>
              <a:t>grading_summary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1100">
                <a:solidFill>
                  <a:srgbClr val="233045"/>
                </a:solidFill>
              </a:defRPr>
            </a:pPr>
            <a:r>
              <a:t>overall_grade (A–F), overall_confidence, grading_method (e.g. hybrid or average_of_each_qa_pair), judge_model.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8192" y="1298448"/>
            <a:ext cx="5440680" cy="2240280"/>
          </a:xfrm>
          <a:prstGeom prst="roundRect">
            <a:avLst/>
          </a:prstGeom>
          <a:solidFill>
            <a:srgbClr val="FFFCF5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b="1" sz="1300">
                <a:solidFill>
                  <a:srgbClr val="0F2C60"/>
                </a:solidFill>
              </a:defRPr>
            </a:pPr>
            <a:r>
              <a:t>run_metrics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1100">
                <a:solidFill>
                  <a:srgbClr val="233045"/>
                </a:solidFill>
              </a:defRPr>
            </a:pPr>
            <a:r>
              <a:t>timings_seconds: question_generation, answer_generation, grading. quality_counters: retries / rewrites when enabled.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11045952" cy="2514600"/>
          </a:xfrm>
          <a:prstGeom prst="roundRect">
            <a:avLst/>
          </a:prstGeom>
          <a:solidFill>
            <a:srgbClr val="F6FA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913632"/>
            <a:ext cx="10698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400">
                <a:solidFill>
                  <a:srgbClr val="233045"/>
                </a:solidFill>
              </a:defRPr>
            </a:pPr>
            <a:r>
              <a:t>•  Per-slot hallucination_check is next to answer in qa_pairs.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400">
                <a:solidFill>
                  <a:srgbClr val="233045"/>
                </a:solidFill>
              </a:defRPr>
            </a:pPr>
            <a:r>
              <a:t>•  Use grading_summary for dashboards; drill into qa_pairs[] for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Aggregate vs. per-slot detail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C60"/>
                </a:solidFill>
              </a:defRPr>
            </a:pPr>
            <a:r>
              <a:t>Files &amp; regeneration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201400" cy="36576"/>
          </a:xfrm>
          <a:prstGeom prst="rect">
            <a:avLst/>
          </a:prstGeom>
          <a:solidFill>
            <a:srgbClr val="C8D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09960" cy="4434840"/>
          </a:xfrm>
          <a:prstGeom prst="roundRect">
            <a:avLst/>
          </a:prstGeom>
          <a:solidFill>
            <a:srgbClr val="F6FAFF"/>
          </a:solidFill>
          <a:ln>
            <a:solidFill>
              <a:srgbClr val="C8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>
              <a:spcAft>
                <a:spcPts val="400"/>
              </a:spcAft>
              <a:defRPr sz="1300" b="1">
                <a:solidFill>
                  <a:srgbClr val="0F2C60"/>
                </a:solidFill>
              </a:defRPr>
            </a:pPr>
            <a:r>
              <a:t>Output path pattern:</a:t>
            </a:r>
          </a:p>
          <a:p>
            <a:pPr>
              <a:spcAft>
                <a:spcPts val="400"/>
              </a:spcAft>
              <a:defRPr sz="1200">
                <a:solidFill>
                  <a:srgbClr val="233045"/>
                </a:solidFill>
                <a:latin typeface="Consolas"/>
              </a:defRPr>
            </a:pPr>
            <a:r>
              <a:t>output/&lt;provider&gt;/&lt;model&gt;/&lt;timestamp&gt;/doc_&lt;id&gt;_analysis.json</a:t>
            </a:r>
          </a:p>
          <a:p>
            <a:pPr>
              <a:spcAft>
                <a:spcPts val="400"/>
              </a:spcAft>
              <a:defRPr sz="1200">
                <a:solidFill>
                  <a:srgbClr val="233045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F2C60"/>
                </a:solidFill>
              </a:defRPr>
            </a:pPr>
            <a:r>
              <a:t>This deck adds deep slides: grounding vs citations, citation algorithm, is_grounded by method, question/answer metadata, per-slot hallucination_check.</a:t>
            </a:r>
          </a:p>
          <a:p>
            <a:pPr>
              <a:spcAft>
                <a:spcPts val="400"/>
              </a:spcAft>
              <a:defRPr sz="1200">
                <a:solidFill>
                  <a:srgbClr val="233045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3045"/>
                </a:solidFill>
              </a:defRPr>
            </a:pPr>
            <a:r>
              <a:t>Rebuild this deck:</a:t>
            </a:r>
          </a:p>
          <a:p>
            <a:pPr>
              <a:spcAft>
                <a:spcPts val="400"/>
              </a:spcAft>
              <a:defRPr sz="1200">
                <a:solidFill>
                  <a:srgbClr val="233045"/>
                </a:solidFill>
                <a:latin typeface="Consolas"/>
              </a:defRPr>
            </a:pPr>
            <a:r>
              <a:t>python3 scripts/utils/build_qagredo_output_fields_ppt.py \</a:t>
            </a:r>
          </a:p>
          <a:p>
            <a:pPr>
              <a:spcAft>
                <a:spcPts val="400"/>
              </a:spcAft>
              <a:defRPr sz="1300" b="1">
                <a:solidFill>
                  <a:srgbClr val="0F2C60"/>
                </a:solidFill>
                <a:latin typeface="Consolas"/>
              </a:defRPr>
            </a:pPr>
            <a:r>
              <a:t>  --analysis path/to/doc_*_analysis.json</a:t>
            </a:r>
          </a:p>
          <a:p>
            <a:pPr>
              <a:spcAft>
                <a:spcPts val="400"/>
              </a:spcAft>
              <a:defRPr sz="1200">
                <a:solidFill>
                  <a:srgbClr val="233045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3045"/>
                </a:solidFill>
              </a:defRPr>
            </a:pPr>
            <a:r>
              <a:t>Run summary (all docs in folder):</a:t>
            </a:r>
          </a:p>
          <a:p>
            <a:pPr>
              <a:spcAft>
                <a:spcPts val="400"/>
              </a:spcAft>
              <a:defRPr sz="1200">
                <a:solidFill>
                  <a:srgbClr val="233045"/>
                </a:solidFill>
                <a:latin typeface="Consolas"/>
              </a:defRPr>
            </a:pPr>
            <a:r>
              <a:t>bash run.sh --summarize --latest --json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QAGRedo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