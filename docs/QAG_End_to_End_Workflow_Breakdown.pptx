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Framework Upgrade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LangChain: prompt templates + structured parsing inside generation nodes.</a:t>
            </a:r>
          </a:p>
          <a:p>
            <a:pPr>
              <a:defRPr sz="2000"/>
            </a:pPr>
            <a:r>
              <a:t>LangGraph: per-document orchestration with state, routing, and fallback.</a:t>
            </a:r>
          </a:p>
          <a:p>
            <a:pPr>
              <a:defRPr sz="2000"/>
            </a:pPr>
            <a:r>
              <a:t>Input conversion remains parser-based; format support is unchanged.</a:t>
            </a:r>
          </a:p>
          <a:p>
            <a:pPr>
              <a:defRPr sz="2000"/>
            </a:pPr>
            <a:r>
              <a:t>2-GPU deployment model remains unchanged unless extra model calls are added.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